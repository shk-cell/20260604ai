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AI 활용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CCCC"/>
                </a:solidFill>
                <a:latin typeface="Malgun Gothic"/>
              </a:rPr>
              <a:t>NotebookLM  ·  Google Apps Script  ·  YouTube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600"/>
                </a:solidFill>
                <a:latin typeface="Malgun Gothic"/>
              </a:rPr>
              <a:t>2026. 06. 04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오늘의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43891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AI를 활용한 공부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19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Malgun Gothic"/>
              </a:rPr>
              <a:t>NotebookLM 으로 스마트하게 학습하기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43200"/>
            <a:ext cx="640080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나만의 앱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90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Malgun Gothic"/>
              </a:rPr>
              <a:t>Google Apps Script + AI 코딩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114800"/>
            <a:ext cx="64008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114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YouTube 영상 시청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4622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Malgun Gothic"/>
              </a:rPr>
              <a:t>AI 관련 영상 함께 보기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361EE"/>
                </a:solidFill>
                <a:latin typeface="Malgun Gothic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AI를 활용한 공부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CCCCC"/>
                </a:solidFill>
                <a:latin typeface="Malgun Gothic"/>
              </a:rPr>
              <a:t>NotebookLM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NotebookLM 이란?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43891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AI 기반 노트 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566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Google이 만든 AI 학습 도우미
내 자료를 업로드하면
AI가 내용을 분석해 줘요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4389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질문 &amp; 답변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94560"/>
            <a:ext cx="3566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업로드한 문서 내용으로
궁금한 것을 바로 질문!
정확한 출처와 함께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4389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오디오 개요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내 자료로 팟캐스트처럼
요약 음성을 자동 생성!
귀로 듣는 공부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D600"/>
                </a:solidFill>
                <a:latin typeface="Malgun Gothic"/>
              </a:rPr>
              <a:t>직접 해보자!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8686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45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1  notebooklm.google.com 접속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8686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2  구글 계정으로 로그인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8686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3  '새 노트북'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023360"/>
            <a:ext cx="8686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114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4  공부 자료(PDF, 문서 등) 업로드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846320"/>
            <a:ext cx="8686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937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lgun Gothic"/>
              </a:rPr>
              <a:t>5  AI에게 질문  →  요약 · 퀴즈 · 오디오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lgun Gothic"/>
              </a:rPr>
              <a:t>이렇게 공부하면 어떨까요?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algun Gothic"/>
              </a:rPr>
              <a:t>AI가 내 자료를 정리해 주고,
모르는 건 바로 질문하고,
귀로도 복습할 수 있어요.
공부가 훨씬 쉬워지지 않을까요?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3946"/>
                </a:solidFill>
                <a:latin typeface="Malgun Gothic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나만의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CCCCC"/>
                </a:solidFill>
                <a:latin typeface="Malgun Gothic"/>
              </a:rPr>
              <a:t>Google Apps Script + AI 코딩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Google Apps Script 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algun Gothic"/>
              </a:rPr>
              <a:t>구글 서비스(Docs, Sheets, Gmail 등)를
자동화하고 확장할 수 있는 코딩 도구예요.
어렵게 느껴진다고요?
AI한테 "이런 거 만들어줘" 라고 하면
코드를 짜 줍니다!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946"/>
                </a:solidFill>
                <a:latin typeface="Malgun Gothic"/>
              </a:rPr>
              <a:t>만들 수 있는 것들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▶  출석부 자동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346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▶  퀴즈 자동 채점기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474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▶  알림 이메일 자동 발송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▶  나만의 계산기 웹앱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5487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▶  학습 현황 대시보드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Malgun Gothic"/>
              </a:rPr>
              <a:t>AI로 앱 만드는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2468880" cy="38404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Malgun Gothic"/>
              </a:rPr>
              <a:t>STEP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4688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algun Gothic"/>
              </a:rPr>
              <a:t>AI에게 원하는
기능 설명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3840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Malgun Gothic"/>
              </a:rPr>
              <a:t>STEP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331720"/>
            <a:ext cx="24688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algun Gothic"/>
              </a:rPr>
              <a:t>AI가 코드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2468880" cy="3840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Malgun Gothic"/>
              </a:rPr>
              <a:t>STEP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24688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algun Gothic"/>
              </a:rPr>
              <a:t>Apps Script에
붙여넣기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468880" cy="3840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Malgun Gothic"/>
              </a:rPr>
              <a:t>STEP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331720"/>
            <a:ext cx="24688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algun Gothic"/>
              </a:rPr>
              <a:t>실행 후
나만의 앱 완성!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Malgun Gothic"/>
              </a:rPr>
              <a:t>코딩을 몰라도 괜찮아요. 내가 원하는 걸 말할 수 있으면 돼요!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4A853"/>
                </a:solidFill>
                <a:latin typeface="Malgun Gothic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YouTube 영상 시청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CCCCC"/>
                </a:solidFill>
                <a:latin typeface="Malgun Gothic"/>
              </a:rPr>
              <a:t>AI 관련 영상 함께 보기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영상 시청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9144000" cy="475488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2926080"/>
            <a:ext cx="1371600" cy="137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algun Gothic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Malgun Gothic"/>
              </a:rPr>
              <a:t>https://www.youtube.com/watch?v=5QqAnN6vKZk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algun Gothic"/>
              </a:rPr>
              <a:t>오늘 배운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3017520" cy="34747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NotebookLM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AI로 내 자료를
분석하고 질문·요약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017520" cy="3474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Apps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AI의 도움으로
나만의 앱 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828800"/>
            <a:ext cx="3017520" cy="3474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YouTube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AI 활용 사례
영상 시청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600"/>
                </a:solidFill>
                <a:latin typeface="Malgun Gothic"/>
              </a:rPr>
              <a:t>AI는 도구입니다. 잘 활용하는 사람이 더 많은 걸 할 수 있어요.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